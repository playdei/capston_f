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 TÍTULO · DEFINICIÓN DE PROYECTO APT · FASE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JUSTINIANO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564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legal por inteligencia artificial para mipymes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Huerta  ·  Francisco Molina  ·  Martin Ramirez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 San Joaquín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1. ANTECEDENTES PERSONALES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id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119" y="19122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Huerta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idc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599" y="191223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Francisco Molina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60120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id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079" y="1912239"/>
            <a:ext cx="427482" cy="42748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0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 Ramirez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22960" y="4023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21.684.141-7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4389120" y="37947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4663440" y="4023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en Informática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229600" y="37947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503920" y="4023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Duoc UC San Joaquín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RUT registrado en la guía corresponde a un único integrante; verificar si corresponde incluir el de cada miembro del equipo.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2. DESCRIPCIÓN PROYECTO APT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 del proyecto y competencias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36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JUSTINIANO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de desempeño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606040" cy="594360"/>
          </a:xfrm>
          <a:prstGeom prst="roundRect">
            <a:avLst>
              <a:gd name="adj" fmla="val 49231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3017520"/>
            <a:ext cx="2606040" cy="594360"/>
          </a:xfrm>
          <a:prstGeom prst="roundRect">
            <a:avLst>
              <a:gd name="adj" fmla="val 49231"/>
            </a:avLst>
          </a:prstGeom>
          <a:solidFill>
            <a:srgbClr val="EAF1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3017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3017520"/>
            <a:ext cx="2606040" cy="594360"/>
          </a:xfrm>
          <a:prstGeom prst="roundRect">
            <a:avLst>
              <a:gd name="adj" fmla="val 49231"/>
            </a:avLst>
          </a:prstGeom>
          <a:solidFill>
            <a:srgbClr val="EAF1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3017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3017520"/>
            <a:ext cx="2606040" cy="594360"/>
          </a:xfrm>
          <a:prstGeom prst="roundRect">
            <a:avLst>
              <a:gd name="adj" fmla="val 49231"/>
            </a:avLst>
          </a:prstGeom>
          <a:solidFill>
            <a:srgbClr val="EAF1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3017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a poner en práctica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77340" y="4572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0" descr="/home/claude/ppt/icons/proje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4695444"/>
            <a:ext cx="301752" cy="30175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8580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3756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66260" y="4572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1" descr="/home/claude/ppt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4695444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47472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12648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155180" y="4572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/home/claude/ppt/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4695444"/>
            <a:ext cx="301752" cy="30175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26364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915400" y="4389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944100" y="4572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/home/claude/ppt/icons/flas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544" y="4695444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5256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y validaciones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3. FUNDAMENTACIÓN · RELEVANCIA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del proyecto APT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empresas en América Latina son mipymes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29184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206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mayoría opera sin asesoría legal: un abogado corporativo representa un costo fijo inalcanzable.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Consecuencia de no tener asesoría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defectuosos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9659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Finiquitos mal calculados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19659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6404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evitables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246120"/>
            <a:ext cx="6766560" cy="2697480"/>
          </a:xfrm>
          <a:prstGeom prst="roundRect">
            <a:avLst>
              <a:gd name="adj" fmla="val 3390"/>
            </a:avLst>
          </a:prstGeom>
          <a:solidFill>
            <a:srgbClr val="EAF1FD"/>
          </a:solidFill>
          <a:ln/>
        </p:spPr>
      </p:sp>
      <p:sp>
        <p:nvSpPr>
          <p:cNvPr id="17" name="Shape 15"/>
          <p:cNvSpPr/>
          <p:nvPr/>
        </p:nvSpPr>
        <p:spPr>
          <a:xfrm>
            <a:off x="5166360" y="3566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0" descr="/home/claude/ppt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1239" y="3741039"/>
            <a:ext cx="427482" cy="42748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12648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medio inexistente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44805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ocupa el espacio que hoy no existe en el mercado: orientación legal instantánea y económica, con la opción de una certificación humana bajo demanda.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3. FUNDAMENTACIÓN · DESCRIPCIÓN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 APT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bajo un modelo freemium que brinda orientación legal a pymes, combinando tres capacidades: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546" y="2699766"/>
            <a:ext cx="452628" cy="4526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 IA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dudas legales con base en la normativa chilena.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786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026" y="26997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 documentos legales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42519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formatos de documentos legales.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7834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/icons/sca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506" y="269976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de abogados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549640" y="42519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Certifican documentos con compromiso de tiempo de 8 o 48 horas.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AF1FD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77900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automatizar la orientación legal y la generación de documentos para mipymes, integrando IA y validación humana.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3. FUNDAMENTACIÓN · PERTINENCIA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Pertinencia con el perfil de egreso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la plataforma exige integrar múltiples competencias críticas del perfil de egreso: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C4D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ppt/icons/projec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234886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06324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proyectos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metodologías para cumplir un plan de 12 semanas.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6432" y="19202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C4D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9412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ppt/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717" y="23488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21024" y="306324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datos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relacionales en PostgreSQL para las reglas del negocio.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64224" y="19202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C4D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47204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/home/claude/ppt/icon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509" y="234886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28816" y="306324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547104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en FastAPI y portales en React.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72016" y="19202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C4D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254996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ppt/icons/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301" y="234886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436608" y="306324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y validación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454896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pruebas con estrictos controles de seguridad.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686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544068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cuatro competencias no se trabajan por separado: el proyecto obliga a integrarlas dentro de un mismo entregable de 12 semanas, que es exactamente lo que evalúa el perfil de egreso de Ingeniería en Informática.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3. FUNDAMENTACIÓN · INTERESES PROFESIONALES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los intereses profesionales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345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82880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Ciberseguridad, sistemas complejos y arquitectura cloud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423160"/>
            <a:ext cx="9445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del proyecto permite consolidar intereses profesionales clave en ciberseguridad, análisis de sistemas complejos y diseño de arquitecturas en la nube. Procesar datos legales sensibles y transacciones financieras exige aplicar metodologías rigurosas contra vulnerabilidades, fortaleciendo el perfil técnico para futuros roles backend.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43434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ppt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45491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434340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 desarrollo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057400" y="493776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maduras y bien documentadas (React, Python, PostgreSQL) y despliegue vía infraestructura como servicio en Microsoft Azure eliminan las barreras de hardware físico. Se estableció un plan de recorte pre-acordado que asegura la gestión del riesgo de alcance y garantiza la entrega de las fases críticas.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4. OBJETIVOS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ppt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9431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6002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1920240"/>
            <a:ext cx="9445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la plataforma SaaS Justiniano para automatizar la orientación legal y generación de documentos para mipymes, integrando inteligencia artificial y un ecosistema de validación por abogados humanos.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una API REST centralizada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endpoints utilizando el framework FastAPI en Python.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37490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4023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tres aplicaciones web independientes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biblioteca React: cliente, abogado revisor y consola de administración.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5. METODOLOGÍA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Scrum, API-first y desarrollo incremental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399" y="1957959"/>
            <a:ext cx="427482" cy="4274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se organiza en sprints de una semana, siguiendo la metodología ágil Scrum.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050792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38912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828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634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ppt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879" y="1957959"/>
            <a:ext cx="427482" cy="42748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66344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API-first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se define el contrato de la API para que Frontend y Backend trabajen en paralelo.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891272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22960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03920" y="1828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503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069848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home/claude/ppt/icons/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3359" y="1957959"/>
            <a:ext cx="427482" cy="42748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0392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incremental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primero la aplicación del cliente, luego la consola interna y finalmente el portal del abogado revisor.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6. EVIDENCIAS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de la Fase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EAF1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75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 de Competencias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que evalúa el nivel de logro en cada competencia del perfil de egreso, identificando fortalezas y áreas a reforzar.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4592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EAF1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645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075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Diario de Reflexión Fase 1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51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individual sobre asignaturas relevantes, competencias desarrolladas, intereses profesionales y proyección laboral a 5 años.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EAF1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817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 Definición Proyecto APT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autoevaluación aplicada al informe de Definición del Proyecto, para identificar brechas antes de la evaluación sumativa.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5196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EAF1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51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6817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Formativa Fase 1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2578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grupal de la propuesta JUSTINIANO, con abstract bilingüe, desarrollo de ingeniería y conclusiones individuales en inglés.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7. PLAN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 del proyecto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en todas las actividades: David Huerta, Francisco Molina y Martin Ramirez.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007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7" y="18283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5506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Levantamiento de Requerimientos y Diseño de BD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6550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1–3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6550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65506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levantan las bases del proyecto: definición técnica y diseño de base de datos para los tres portales.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2496312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25968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pp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67" y="2724455"/>
            <a:ext cx="311810" cy="31181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08760" y="255117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API Backend y Seguridad JWT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806440" y="255117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4–7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132320" y="25511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PostgreSQL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9098280" y="255117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la API central y configuración de accesos seguros con tokens.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48640" y="3392424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808" y="34930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ppt/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3620567"/>
            <a:ext cx="311810" cy="31181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08760" y="344728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Portales Frontend React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806440" y="344728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5–9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132320" y="34472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Node.js, Figma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9098280" y="3447288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visuales de los tres portales, con componentes compartidos entre ellos.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4288536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9808" y="4389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ppt/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367" y="4516679"/>
            <a:ext cx="311810" cy="31181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508760" y="43434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Azure OpenAI y Stripe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806440" y="434340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10–11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7132320" y="43434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Stripe API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9098280" y="43434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 los servicios de inteligencia artificial y la pasarela de pagos.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48640" y="5184648"/>
            <a:ext cx="1109167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49808" y="5285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/home/claude/ppt/icons/flas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67" y="5412791"/>
            <a:ext cx="311810" cy="31181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508760" y="52395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Calidad QA y Despliegue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5806440" y="5239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12–13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7132320" y="5239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950" dirty="0"/>
          </a:p>
        </p:txBody>
      </p:sp>
      <p:sp>
        <p:nvSpPr>
          <p:cNvPr id="39" name="Text 32"/>
          <p:cNvSpPr txBox="1"/>
          <p:nvPr/>
        </p:nvSpPr>
        <p:spPr>
          <a:xfrm>
            <a:off x="9098280" y="523951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busca de errores y despliegue del sistema en la nube.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8. CARTA GANTT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— 13 semanas de desarrollo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97680" y="1417320"/>
            <a:ext cx="1631696" cy="320040"/>
          </a:xfrm>
          <a:prstGeom prst="rect">
            <a:avLst/>
          </a:prstGeom>
          <a:solidFill>
            <a:srgbClr val="CADC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0" y="1417320"/>
            <a:ext cx="1631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29376" y="1417320"/>
            <a:ext cx="4895088" cy="320040"/>
          </a:xfrm>
          <a:prstGeom prst="rect">
            <a:avLst/>
          </a:prstGeom>
          <a:solidFill>
            <a:srgbClr val="AAB9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29376" y="1417320"/>
            <a:ext cx="4895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824464" y="1417320"/>
            <a:ext cx="815848" cy="320040"/>
          </a:xfrm>
          <a:prstGeom prst="rect">
            <a:avLst/>
          </a:prstGeom>
          <a:solidFill>
            <a:srgbClr val="8895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24464" y="1417320"/>
            <a:ext cx="81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705604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113528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521452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929376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337300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745224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7153148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7561072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968996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8376920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8784844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9192768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9600692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10008616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0416540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10824464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1232388" y="1755648"/>
            <a:ext cx="40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diseño de BD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2354580"/>
            <a:ext cx="73426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2199132"/>
            <a:ext cx="1223772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97680" y="2199132"/>
            <a:ext cx="1223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7432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 y seguridad JWT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3131820"/>
            <a:ext cx="73426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21452" y="2976372"/>
            <a:ext cx="1631696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521452" y="2976372"/>
            <a:ext cx="163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S4–S7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Frontend React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909060"/>
            <a:ext cx="73426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29376" y="3753612"/>
            <a:ext cx="203962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29376" y="3753612"/>
            <a:ext cx="2039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S5–S9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2976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Azure OpenAI y Stripe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686300"/>
            <a:ext cx="73426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68996" y="4530852"/>
            <a:ext cx="81584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68996" y="4530852"/>
            <a:ext cx="81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S10–S11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074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QA y despliegue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0" y="5463540"/>
            <a:ext cx="73426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84844" y="5308092"/>
            <a:ext cx="815848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784844" y="5308092"/>
            <a:ext cx="81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S12–S13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Duraciones según el Plan de Trabajo (punto 7). Fase 1: semanas 1–4 · Fase 2: semanas 5–16 · Fase 3: semanas 17–18.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· Definición de Proyecto APT · Fase 1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FASE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definición de proyecto alineada con el perfil de egreso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JUSTINIANO integra gestión de proyectos, modelado de datos, desarrollo de software y pruebas de validación en un solo proyecto APT de 12–13 semanas.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26307A"/>
          </a:solidFill>
          <a:ln/>
        </p:spPr>
      </p:sp>
      <p:sp>
        <p:nvSpPr>
          <p:cNvPr id="8" name="Shape 6"/>
          <p:cNvSpPr/>
          <p:nvPr/>
        </p:nvSpPr>
        <p:spPr>
          <a:xfrm>
            <a:off x="2080260" y="384048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0" descr="/home/claude/ppt/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3994785"/>
            <a:ext cx="377190" cy="3771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5166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Huerta, Francisco Molina y Martin Ramirez.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34840" y="35661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26307A"/>
          </a:solidFill>
          <a:ln/>
        </p:spPr>
      </p:sp>
      <p:sp>
        <p:nvSpPr>
          <p:cNvPr id="13" name="Shape 10"/>
          <p:cNvSpPr/>
          <p:nvPr/>
        </p:nvSpPr>
        <p:spPr>
          <a:xfrm>
            <a:off x="5783580" y="384048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/home/claude/ppt/icons/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885" y="399478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5166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semanas de desarrollo dentro del periodo de Portafolio de Título.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35661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26307A"/>
          </a:solidFill>
          <a:ln/>
        </p:spPr>
      </p:sp>
      <p:sp>
        <p:nvSpPr>
          <p:cNvPr id="18" name="Shape 14"/>
          <p:cNvSpPr/>
          <p:nvPr/>
        </p:nvSpPr>
        <p:spPr>
          <a:xfrm>
            <a:off x="9486900" y="384048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/home/claude/ppt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205" y="3994785"/>
            <a:ext cx="377190" cy="3771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paso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5166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Formativa Fase 1 y avance hacia el desarrollo técnico.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1.5 Guía Estudiante Fase 1 — Definición Proyecto APT, respuestas del equipo.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2026-09-03T23:49:34Z</dcterms:created>
  <dcterms:modified xsi:type="dcterms:W3CDTF">2026-09-03T23:49:34Z</dcterms:modified>
</cp:coreProperties>
</file>